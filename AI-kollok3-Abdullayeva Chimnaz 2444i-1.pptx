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1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4065"/>
            <a:ext cx="12192000" cy="53092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6720" y="99060"/>
            <a:ext cx="11142980" cy="6482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1650" y="127635"/>
            <a:ext cx="11374755" cy="64154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4205" y="0"/>
            <a:ext cx="10614660" cy="6778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8430" y="0"/>
            <a:ext cx="11216005" cy="6772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34315"/>
            <a:ext cx="10131425" cy="6184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0375" y="0"/>
            <a:ext cx="10044430" cy="66211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4685" y="69850"/>
            <a:ext cx="9906635" cy="65906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2620" y="176530"/>
            <a:ext cx="10220325" cy="65252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53720" y="99060"/>
            <a:ext cx="10514330" cy="6383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8785" y="127635"/>
            <a:ext cx="11466830" cy="648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Чимназ Абдуллаева</cp:lastModifiedBy>
  <cp:revision>3</cp:revision>
  <dcterms:created xsi:type="dcterms:W3CDTF">2025-07-23T00:59:00Z</dcterms:created>
  <dcterms:modified xsi:type="dcterms:W3CDTF">2025-12-23T20:48:31Z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514E240704D94F3488784D5438204423_11</vt:lpwstr>
  </property>
  <property fmtid="{D5CDD505-2E9C-101B-9397-08002B2CF9AE}" pid="3" name="KSOProductBuildVer">
    <vt:lpwstr>2057-12.2.0.23196</vt:lpwstr>
  </property>
</Properties>
</file>